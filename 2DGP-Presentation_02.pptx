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3537" autoAdjust="0"/>
  </p:normalViewPr>
  <p:slideViewPr>
    <p:cSldViewPr snapToGrid="0">
      <p:cViewPr varScale="1">
        <p:scale>
          <a:sx n="148" d="100"/>
          <a:sy n="148" d="100"/>
        </p:scale>
        <p:origin x="4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ECCFD-A598-44B8-915B-C7DD248AFD8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8930C-697C-428A-A737-ECA1FAFE7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865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 진행 상황입니다</a:t>
            </a:r>
            <a:r>
              <a:rPr lang="en-US" altLang="ko-KR" dirty="0"/>
              <a:t>. </a:t>
            </a:r>
            <a:r>
              <a:rPr lang="ko-KR" altLang="en-US" dirty="0"/>
              <a:t>현재 평균 </a:t>
            </a:r>
            <a:r>
              <a:rPr lang="en-US" altLang="ko-KR" dirty="0"/>
              <a:t>67.5% </a:t>
            </a:r>
            <a:r>
              <a:rPr lang="ko-KR" altLang="en-US" dirty="0"/>
              <a:t>정도 완료되었고</a:t>
            </a:r>
            <a:r>
              <a:rPr lang="en-US" altLang="ko-KR" dirty="0"/>
              <a:t>, 1</a:t>
            </a:r>
            <a:r>
              <a:rPr lang="ko-KR" altLang="en-US" dirty="0"/>
              <a:t>주차와 </a:t>
            </a:r>
            <a:r>
              <a:rPr lang="en-US" altLang="ko-KR" dirty="0"/>
              <a:t>2</a:t>
            </a:r>
            <a:r>
              <a:rPr lang="ko-KR" altLang="en-US" dirty="0"/>
              <a:t>주차는 모두 완료하였습니다</a:t>
            </a:r>
            <a:r>
              <a:rPr lang="en-US" altLang="ko-KR" dirty="0"/>
              <a:t>. 3</a:t>
            </a:r>
            <a:r>
              <a:rPr lang="ko-KR" altLang="en-US" dirty="0"/>
              <a:t>주차는</a:t>
            </a:r>
            <a:r>
              <a:rPr lang="en-US" altLang="ko-KR" dirty="0"/>
              <a:t> </a:t>
            </a:r>
            <a:r>
              <a:rPr lang="ko-KR" altLang="en-US" dirty="0"/>
              <a:t>캐릭터 화면 출력까지 완료하였으나</a:t>
            </a:r>
            <a:r>
              <a:rPr lang="en-US" altLang="ko-KR" dirty="0"/>
              <a:t> </a:t>
            </a:r>
            <a:r>
              <a:rPr lang="ko-KR" altLang="en-US" dirty="0"/>
              <a:t>리소스를 구하는 과정에 차질이 있어 캐릭터 움직임 부분이 아직 완성되지 않았습니다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30C-697C-428A-A737-ECA1FAFE7BB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12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이에 따라 수정된 계획 내용입니다</a:t>
            </a:r>
            <a:r>
              <a:rPr lang="en-US" altLang="ko-KR" dirty="0"/>
              <a:t>. </a:t>
            </a:r>
            <a:r>
              <a:rPr lang="ko-KR" altLang="en-US" dirty="0"/>
              <a:t>지난 </a:t>
            </a:r>
            <a:r>
              <a:rPr lang="en-US" altLang="ko-KR" dirty="0"/>
              <a:t>2</a:t>
            </a:r>
            <a:r>
              <a:rPr lang="ko-KR" altLang="en-US" dirty="0"/>
              <a:t>주 간 문제가 되었던 리소스를 보충하는</a:t>
            </a:r>
            <a:r>
              <a:rPr lang="en-US" altLang="ko-KR" dirty="0"/>
              <a:t> </a:t>
            </a:r>
            <a:r>
              <a:rPr lang="ko-KR" altLang="en-US" dirty="0"/>
              <a:t>시간이 필요해 계획을 수정하게 되었습니다</a:t>
            </a:r>
            <a:r>
              <a:rPr lang="en-US" altLang="ko-KR" dirty="0"/>
              <a:t>.</a:t>
            </a:r>
            <a:r>
              <a:rPr lang="ko-KR" altLang="en-US" dirty="0"/>
              <a:t> 앞으로는 캐릭터 움직임과 스킬에 전념할 수 있도록 전면적으로 수정했습니다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3</a:t>
            </a:r>
            <a:r>
              <a:rPr lang="ko-KR" altLang="en-US" dirty="0"/>
              <a:t>주 간 스킬 및 충돌처리를 우선적으로 구현하고</a:t>
            </a:r>
            <a:r>
              <a:rPr lang="en-US" altLang="ko-KR" dirty="0"/>
              <a:t>, </a:t>
            </a:r>
            <a:r>
              <a:rPr lang="ko-KR" altLang="en-US" dirty="0"/>
              <a:t>부가적인 사항은 그 이후에 구현하게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30C-697C-428A-A737-ECA1FAFE7BB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557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통계입니다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30C-697C-428A-A737-ECA1FAFE7BB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36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2C83B-38E7-12D3-F341-D613DA339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2A3D8A-D5E0-520C-40BC-A7E1761F5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DA70FE-3351-8F6A-B194-6B57027C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89E400-7516-5477-577C-F0C27848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FF002-14FB-6462-D60C-A975CC4C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92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1B791-626F-CE0D-C38A-7A70480D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B0CB09-166A-502B-1906-317D94AC8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A136D-5BBE-FB16-CD73-AA30CC55C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0A1ED-2CEA-1F45-114B-EDC2BD74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1D2B0B-CDB3-167E-21EB-107CE9E3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28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E02A9-C385-3DA8-69E9-D0E9C780C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134AA4-9E6B-A7AC-B2CA-EAF3BF4ED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D4C545-CFFF-F168-6167-8F3238827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15F27-E2FF-7A7A-C9F3-30940252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C0928C-A0CD-96DC-395A-7AD18C78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7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15802-745E-3596-67A1-B6B316E9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1BBEE-F600-F92A-B1DB-91C47051B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A3812B-7572-38DB-F413-90F7B6A8D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546374-1175-016E-F448-B285C9DC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BABC09-E246-9E9F-37E5-42BCD73E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4F4FBB-EFEA-9305-F5BB-46686452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26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29D79F-A32C-586D-861B-BF6DF779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760154-714D-5E78-AB74-D7ECB61A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77F389-478E-44C7-8F2D-282A55FF9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FD5240-0BE1-B610-6AAA-8A2460808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F07672-9160-B67A-2714-7A33980F3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F20D84-885A-F3FE-93D5-1780BBB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84347B-7C7E-C960-DC83-7FC61A4A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132731-6F72-B339-816E-3B8BF6F9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99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BA08B-1DFD-6D23-78E2-E0EEE163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5DECBE-F5B3-5D92-4DFC-2817DCBE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DE5027-D70F-14D0-115B-D7D77C5F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2C40A-C425-B932-A731-49756D00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59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98A7E9-B3A6-BE76-3E3F-B432033C9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58767D-976D-654F-E247-91CB7A0C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9E58DE-D4F9-6EBE-20AE-25A22919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60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78C09-2D96-13B2-EA4A-DD689054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40BE9-8E2C-F17A-3B23-AC59A45A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0CDD46-9C81-54C9-4CE0-AA1AED712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36E5E3-2A37-3277-897C-3B4C2CF4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01807A-9BFF-F2B7-59E4-8ADE6125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F97F37-1282-1404-732F-7CA3F3D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75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50E09-C471-9531-CFD2-F60D696D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6E9F76-8217-F0B0-A362-EF0835681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4CDE43-8B3E-A065-E63D-1AA772C71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51DFE-1698-8856-A089-531FB97F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8E821C-9D87-6C68-1529-81B36289C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C0721F-AFCE-8495-8B65-7544C9A8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84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6427A-5175-EE91-10A8-D6B6A329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53427B-109F-AC6B-DE1B-CA0014BD4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51174-C74E-D952-0C7D-A87936BC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C1E01C-7112-D34C-82AE-1241D6BF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5147AB-0456-9092-37C2-F25B3F2F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75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8DA95C-B234-7BD2-8A0E-ED3FF629A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0BB593-0E72-B749-8412-79F4BF577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FC4C34-A902-487B-B394-1FD2D932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49070-D1E8-C4A0-62BA-FB443621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94E19-BC57-7470-B1BA-04A3916A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27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393B27-0BA0-3A2F-0263-E734649A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CB8203-A378-4A26-4405-41230168D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D64E41-DE03-1B2A-DC90-85F487531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6FF7D-A4F3-4F32-BB36-D31394311305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6ECD07-4184-180A-1E32-D45F3261E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0AF0D-99D3-D35F-D8A8-D2A79CEC3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D3659-3D17-4679-9DB0-63AFA9546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54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F4153-0BCB-F917-F097-B2B24F3C1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2D</a:t>
            </a:r>
            <a:r>
              <a:rPr lang="ko-KR" altLang="en-US" sz="5400" dirty="0"/>
              <a:t>게임프로그래밍 </a:t>
            </a:r>
            <a:r>
              <a:rPr lang="en-US" altLang="ko-KR" sz="5400" dirty="0"/>
              <a:t>2</a:t>
            </a:r>
            <a:r>
              <a:rPr lang="ko-KR" altLang="en-US" sz="5400" dirty="0"/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7F8025-C5A8-5B5F-6B45-B6747AD4E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2024180002 </a:t>
            </a:r>
            <a:r>
              <a:rPr lang="ko-KR" altLang="en-US" dirty="0"/>
              <a:t>강석주</a:t>
            </a:r>
          </a:p>
        </p:txBody>
      </p:sp>
    </p:spTree>
    <p:extLst>
      <p:ext uri="{BB962C8B-B14F-4D97-AF65-F5344CB8AC3E}">
        <p14:creationId xmlns:p14="http://schemas.microsoft.com/office/powerpoint/2010/main" val="88941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D8DBD8-5E8F-51BB-9739-514C659599F6}"/>
              </a:ext>
            </a:extLst>
          </p:cNvPr>
          <p:cNvSpPr txBox="1"/>
          <p:nvPr/>
        </p:nvSpPr>
        <p:spPr>
          <a:xfrm>
            <a:off x="324090" y="405114"/>
            <a:ext cx="6551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프로젝트 개발 진행 상황 </a:t>
            </a:r>
            <a:r>
              <a:rPr lang="en-US" altLang="ko-KR" sz="2800" b="1" dirty="0"/>
              <a:t>– </a:t>
            </a:r>
            <a:r>
              <a:rPr lang="ko-KR" altLang="en-US" sz="2800" b="1" dirty="0"/>
              <a:t>평균 </a:t>
            </a:r>
            <a:r>
              <a:rPr lang="en-US" altLang="ko-KR" sz="2800" b="1" dirty="0"/>
              <a:t>67.5%</a:t>
            </a:r>
            <a:r>
              <a:rPr lang="ko-KR" altLang="en-US" sz="2800" b="1" dirty="0"/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B223BAC-B556-D529-38C4-D86098114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863118"/>
              </p:ext>
            </p:extLst>
          </p:nvPr>
        </p:nvGraphicFramePr>
        <p:xfrm>
          <a:off x="1006354" y="1147930"/>
          <a:ext cx="10179292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823">
                  <a:extLst>
                    <a:ext uri="{9D8B030D-6E8A-4147-A177-3AD203B41FA5}">
                      <a16:colId xmlns:a16="http://schemas.microsoft.com/office/drawing/2014/main" val="224224941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949170975"/>
                    </a:ext>
                  </a:extLst>
                </a:gridCol>
                <a:gridCol w="5363581">
                  <a:extLst>
                    <a:ext uri="{9D8B030D-6E8A-4147-A177-3AD203B41FA5}">
                      <a16:colId xmlns:a16="http://schemas.microsoft.com/office/drawing/2014/main" val="671100880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534421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20916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리소스 확보 및 스킬 데미지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체력 등의 값 책정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8518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결과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완료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95795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계획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전투 배경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체력바</a:t>
                      </a:r>
                      <a:r>
                        <a:rPr lang="ko-KR" altLang="en-US" dirty="0"/>
                        <a:t> 화면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6915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73043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객체 생성 및 움직임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310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화면 출력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29206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움직임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4919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미완료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800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상호작용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충돌처리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198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피격 시 화면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및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캐릭터 움직임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710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스킬에 따른 스탠드 발동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0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시작 화면 구현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부족한 부분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943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55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2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2EEFF-F4AF-1748-427D-7514D6AE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2FE899-B75B-9C26-4001-4E01DB6658D2}"/>
              </a:ext>
            </a:extLst>
          </p:cNvPr>
          <p:cNvSpPr txBox="1"/>
          <p:nvPr/>
        </p:nvSpPr>
        <p:spPr>
          <a:xfrm>
            <a:off x="324090" y="405114"/>
            <a:ext cx="6551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프로젝트 계획 수정 내용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91DF2C-3388-A4A5-D119-4BEC02213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89571"/>
              </p:ext>
            </p:extLst>
          </p:nvPr>
        </p:nvGraphicFramePr>
        <p:xfrm>
          <a:off x="1006354" y="1147930"/>
          <a:ext cx="10179292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238">
                  <a:extLst>
                    <a:ext uri="{9D8B030D-6E8A-4147-A177-3AD203B41FA5}">
                      <a16:colId xmlns:a16="http://schemas.microsoft.com/office/drawing/2014/main" val="3540850592"/>
                    </a:ext>
                  </a:extLst>
                </a:gridCol>
                <a:gridCol w="9079054">
                  <a:extLst>
                    <a:ext uri="{9D8B030D-6E8A-4147-A177-3AD203B41FA5}">
                      <a16:colId xmlns:a16="http://schemas.microsoft.com/office/drawing/2014/main" val="4151419958"/>
                    </a:ext>
                  </a:extLst>
                </a:gridCol>
              </a:tblGrid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459632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리소스 확보 및 스킬 데미지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체력 등의 값 책정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750654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전투 배경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체력바</a:t>
                      </a:r>
                      <a:r>
                        <a:rPr lang="ko-KR" altLang="en-US" dirty="0"/>
                        <a:t> 화면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439481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리소스 보충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캐릭터 화면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60560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리소스 보충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캐릭터 화면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950081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움직임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스킬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694054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스킬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92347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스킬에 따른 상호작용 및 충돌처리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117070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타격감</a:t>
                      </a:r>
                      <a:r>
                        <a:rPr lang="ko-KR" altLang="en-US" dirty="0"/>
                        <a:t> 구현 및 상호작용 부분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515003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시작 화면 구현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버그 수정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데미지 밸런스 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015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58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284A-6676-9B60-FA73-7E43BEB4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77766D-FFD6-071D-DC39-4F080F0B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829" y="1519598"/>
            <a:ext cx="7528342" cy="4812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9346C8-9D1C-36B4-3CC0-7319067A7AD3}"/>
              </a:ext>
            </a:extLst>
          </p:cNvPr>
          <p:cNvSpPr txBox="1"/>
          <p:nvPr/>
        </p:nvSpPr>
        <p:spPr>
          <a:xfrm>
            <a:off x="324091" y="405114"/>
            <a:ext cx="5463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Github</a:t>
            </a:r>
            <a:r>
              <a:rPr lang="en-US" altLang="ko-KR" sz="2800" b="1" dirty="0"/>
              <a:t> </a:t>
            </a:r>
            <a:r>
              <a:rPr lang="ko-KR" altLang="en-US" sz="2800" b="1" dirty="0" err="1"/>
              <a:t>커밋</a:t>
            </a:r>
            <a:r>
              <a:rPr lang="ko-KR" altLang="en-US" sz="2800" b="1" dirty="0"/>
              <a:t> 통계</a:t>
            </a:r>
          </a:p>
        </p:txBody>
      </p:sp>
    </p:spTree>
    <p:extLst>
      <p:ext uri="{BB962C8B-B14F-4D97-AF65-F5344CB8AC3E}">
        <p14:creationId xmlns:p14="http://schemas.microsoft.com/office/powerpoint/2010/main" val="239315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289</Words>
  <Application>Microsoft Office PowerPoint</Application>
  <PresentationFormat>와이드스크린</PresentationFormat>
  <Paragraphs>72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맑은 고딕</vt:lpstr>
      <vt:lpstr>Office 테마</vt:lpstr>
      <vt:lpstr>2D게임프로그래밍 2차 발표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석주 강</dc:creator>
  <cp:lastModifiedBy>석주 강</cp:lastModifiedBy>
  <cp:revision>1</cp:revision>
  <dcterms:created xsi:type="dcterms:W3CDTF">2025-11-12T13:19:22Z</dcterms:created>
  <dcterms:modified xsi:type="dcterms:W3CDTF">2025-11-12T14:44:09Z</dcterms:modified>
</cp:coreProperties>
</file>